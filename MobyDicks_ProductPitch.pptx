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hyperlink" Target="https://github.com/SaiMulagan/mobydic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4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Moby Dicks</a:t>
            </a:r>
            <a:endParaRPr lang="en-US" sz="92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reading app that helps people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finish the books they start.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5488" y="3931920"/>
            <a:ext cx="548640" cy="36576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AATISH  ·  BRANDT  ·  SAI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· 4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isn't a discovery problem.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12.6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 year started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417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i="1" dirty="0">
                <a:solidFill>
                  <a:srgbClr val="896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663440" y="2542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 year finished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274320" cy="36576"/>
          </a:xfrm>
          <a:prstGeom prst="rect">
            <a:avLst/>
          </a:prstGeom>
          <a:solidFill>
            <a:srgbClr val="D9D9D6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461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46120"/>
            <a:ext cx="73152" cy="118872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than half of US adults didn't finish a single book last year.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Reddit, X, and book forums are full of the same question — "why can't I finish books anymore?" People aren't short on recommendations. They're short on follow-through.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WordsRated, 2023. Pew Research Center, 2021.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optimizes for the wrong thing.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697480" cy="73152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Goodreads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 users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like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03580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+ "want to read" lists. No follow-through, no completion data, no help finishing.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28016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80160"/>
            <a:ext cx="2697480" cy="73152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1945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8-message chat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28346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20440" y="303580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recommendations, hallucinated titles, no memory of what you've actually read or abandoned.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28016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280160"/>
            <a:ext cx="2697480" cy="73152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Blinkist · Headway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18288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 / $160M ARR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1945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the book entirely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303580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summaries. Solves the problem by not reading at all — different product, different user.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is building for completion.  We are.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coach, not a list.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657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 DICKS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2039112"/>
            <a:ext cx="3200400" cy="274320"/>
          </a:xfrm>
          <a:prstGeom prst="rect">
            <a:avLst/>
          </a:prstGeom>
          <a:solidFill>
            <a:srgbClr val="EDEDED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magical realism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2496312"/>
            <a:ext cx="3200400" cy="274320"/>
          </a:xfrm>
          <a:prstGeom prst="rect">
            <a:avLst/>
          </a:prstGeom>
          <a:solidFill>
            <a:srgbClr val="EDEDED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7889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2953512"/>
            <a:ext cx="3200400" cy="274320"/>
          </a:xfrm>
          <a:prstGeom prst="rect">
            <a:avLst/>
          </a:prstGeom>
          <a:solidFill>
            <a:srgbClr val="EDEDED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3200400" cy="4114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my curriculum 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in ~10 seconds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128016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16002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896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74920" y="1618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survey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192938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time, difficulty. The whole onboarding fits on one screen.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2606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896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2624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curriculum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29352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books, ordered by progressive difficulty, with a justification per pick.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3611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896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74920" y="3630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Check-ins after every book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74920" y="394106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easy, too dense, just right?"  We re-rank the rest of your plan from your answer.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curriculum from a real query.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Japanese magical realism  ·  evening read  ·  moderate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" y="201168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" y="2011680"/>
            <a:ext cx="1508760" cy="45720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" y="2121408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4068" y="235915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Kafka on the Shore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" y="352044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Haruki Murakami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25980" y="201168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25980" y="2011680"/>
            <a:ext cx="1508760" cy="45720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5708" y="2121408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35708" y="235915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Wind-Up Bird Chronicle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35708" y="352044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Haruki Murakami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17620" y="201168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17620" y="2011680"/>
            <a:ext cx="1508760" cy="45720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27348" y="2121408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27348" y="235915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Strange Weather in Tokyo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27348" y="352044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Hiromi Kawakami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09260" y="201168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09260" y="2011680"/>
            <a:ext cx="1508760" cy="45720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8988" y="2121408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18988" y="235915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Memory Police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18988" y="352044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Yoko Ogawa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00900" y="201168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00900" y="2011680"/>
            <a:ext cx="1508760" cy="45720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0628" y="2121408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0628" y="235915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1Q84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0628" y="352044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Haruki Murakami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seconds</a:t>
            </a:r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end-to-end       ·       </a:t>
            </a:r>
            <a:pPr algn="ctr" indent="0" marL="0">
              <a:buNone/>
            </a:pPr>
            <a:r>
              <a:rPr lang="en-US" sz="1400" b="1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</a:t>
            </a:r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per curriculum       ·       </a:t>
            </a:r>
            <a:pPr algn="ctr" indent="0" marL="0">
              <a:buNone/>
            </a:pPr>
            <a:r>
              <a:rPr lang="en-US" sz="1400" b="1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hallucinations</a:t>
            </a:r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every pick is a real book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TIMING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market, perfect moment.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8686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6093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adults who read at least one book per year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US adults  ·  Pew Research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73152" cy="8686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5694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231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readers who started but didn't finish a book last year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807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WordsRated  ·  Book Riot, 2023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4572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73152" cy="8686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(Y1–3)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5295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23160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 — 0.5% of SAM × $84/yr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375K paying users at targeted conversion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12801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155448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LLM curation just got cheap. Gemini Flash dropped per-request cost ~25× since 2023.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BookTok and Bookstagram have made reading a mainstream identity again — but completion rates keep falling.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Reading-app subscriptions work. Headway hit $160M revenue in 2025; Blinkist crossed 26M users.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Pew Research 2021; WordsRated 2023; Book Riot 2022; Forbes 2025; Crunchbase.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with 95%+ gross margin.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3154680" cy="91440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tier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curriculum per month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progress view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links to bookstore.org / Bookshop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 · drives word-of-mouth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1280160"/>
            <a:ext cx="3154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1280160"/>
            <a:ext cx="3154680" cy="9144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508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86200" y="17830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 / mo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886200" y="24231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/ year — save 30%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86200" y="2743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curricula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 + curriculum reoptimization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dashboard + reading history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shared curricula with friends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4160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0.5%–2% of free users convert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1280160"/>
            <a:ext cx="1691640" cy="324612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417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951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9516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ARPU / year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2377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$0.36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9516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per user / year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9516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at scale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95160" y="3749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from user one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MOAT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where readers already live.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434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324612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1892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communities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r/books, r/suggestmeabook, BookTok creators, Substack reading newsletters. Low CAC, high intent.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Y1–2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852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content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to read after [book]" landing pages. Goodreads SEO is broken — we fill the gap.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Y2+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3813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B2B2C licensing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114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libraries, indie bookstores, and book clubs. ABA partnership in target.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280160"/>
            <a:ext cx="3611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74920" y="1280160"/>
            <a:ext cx="73152" cy="3246120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417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completion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check-in is a labeled training example. Nobody else has this.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2404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 personalization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679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curriculum gets smarter from your prior reads — switching cost grows.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3118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33924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 per curriculum means we're profitable from user one.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3831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mover on completion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4105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Goodreads can't pivot here without breaking their core ratings model.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4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Strava for readers.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475488" y="2514600"/>
            <a:ext cx="548640" cy="36576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9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reader gets a coach. Coaches turn starters into finishers.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u="sng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github.com/SaiMulagan/mobydick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AATISH  ·  BRANDT  ·  SAI       Thank you.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BUDGET  ·  MILESTONE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Post-pivot reality: $8/month at MVP scale.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324612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 users · 3 calls 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3154680"/>
            <a:ext cx="640080" cy="36576"/>
          </a:xfrm>
          <a:prstGeom prst="rect">
            <a:avLst/>
          </a:prstGeom>
          <a:solidFill>
            <a:srgbClr val="896F77"/>
          </a:solidFill>
          <a:ln w="12700">
            <a:solidFill>
              <a:srgbClr val="896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cheaper than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plan ($40.07).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DED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$0.00053  per request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2801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LINE ITEMS  ·  150 requests / month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11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(M1)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11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(M6)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11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Run (scale-to-zero)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152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SQL → BigQuery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trike="sngStrike" dirty="0">
                          <a:solidFill>
                            <a:srgbClr val="5152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/ Logging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152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· Gemini Flash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152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4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trike="sngStrike" dirty="0">
                          <a:solidFill>
                            <a:srgbClr val="5152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4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6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338328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run-rate: ~$95.  Comfortably inside the $150 GCP credit cap.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1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Vertex AI Gemini 2.0 Flash ($0.075/M in, $0.30/M out); BigQuery on-demand ($6.25/TB); Cloud Run May 2026.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274320"/>
            <a:ext cx="164592" cy="164592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12280" y="246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4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 DICKS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 ·  MILESTONE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numbers, not the old ones.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96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SQL  →  BigQuery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 → $2.40 / 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385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 needed Postgres for relational user/curriculum data. Once we realized the candidate scan is a one-shot read-only query against a static catalog, BigQuery on-demand became the right answer. We pay only for bytes scanned (≈400 MB / 150 queries) and storage (≈12 GB at $0.02/GB).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73152" cy="15544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96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GPT-4o  →  Gemini Flash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6459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~25× cheaper per token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9385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$0.075 / M input tokens vs $5 / M for GPT-4o.  Co-located with Cloud Run on GCP, so auth is IAM (no rotating keys) and latency stays under a second. Quality difference is invisible for our schema-constrained JSON output.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73152" cy="15544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96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Scale-to-zero Cloud Run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3375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idle cost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3016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instances = 0 in dev, 1 only on demo day. A cold start adds ~2 s the first time, hidden behind our existing 10 s curriculum-generation latency. No always-on container means our infra cost tracks usage, not calendar months.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971800"/>
            <a:ext cx="73152" cy="1554480"/>
          </a:xfrm>
          <a:prstGeom prst="rect">
            <a:avLst/>
          </a:prstGeom>
          <a:solidFill>
            <a:srgbClr val="441120"/>
          </a:solidFill>
          <a:ln w="12700">
            <a:solidFill>
              <a:srgbClr val="4411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96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Two-call pipeline + caching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33375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96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$0.00053 / request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63016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extraction from curation lets us cache by (topic + profile_bucket) in the curricula table, so the second user with the same query pays $0. With 50 users and natural query overlap, our actual LLM spend is well under our worst-case estimate.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411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result:  Profitable from user one.  Nothing on this list requires further engineering.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Moby Dicks — Product Pitch</dc:title>
  <dc:subject>PptxGenJS Presentation</dc:subject>
  <dc:creator>The Moby Dicks</dc:creator>
  <cp:lastModifiedBy>The Moby Dicks</cp:lastModifiedBy>
  <cp:revision>1</cp:revision>
  <dcterms:created xsi:type="dcterms:W3CDTF">2026-05-10T02:00:11Z</dcterms:created>
  <dcterms:modified xsi:type="dcterms:W3CDTF">2026-05-10T02:00:11Z</dcterms:modified>
</cp:coreProperties>
</file>